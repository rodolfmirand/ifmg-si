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QUALIDADE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Burger King Brasil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qualidade de produto e serviço segundo os critérios de Garvin e SERVQUAL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Software  |  Eduardo Octávio, Felipe Leal e Rodolfo Miranda  |  25/08</a:t>
            </a:r>
            <a:endParaRPr lang="en-US" sz="1200" dirty="0"/>
          </a:p>
        </p:txBody>
      </p:sp>
      <p:pic>
        <p:nvPicPr>
          <p:cNvPr id="6" name="Image 0" descr="/tmp/slides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502920"/>
            <a:ext cx="18288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Burger King no Brasil</a:t>
            </a:r>
            <a:endParaRPr lang="en-US" sz="3200" dirty="0"/>
          </a:p>
        </p:txBody>
      </p:sp>
      <p:pic>
        <p:nvPicPr>
          <p:cNvPr id="4" name="Image 0" descr="/tmp/slides_assets/loj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600200"/>
            <a:ext cx="47548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Chegou ao Brasil em 2004, com a primeira loja no Shopping Ibirapuera (SP)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a partir de 2011, após aquisição pela 3G Capital e joint venture com a Vinci Partners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mais de 850 restaurantes em todos os estados brasileiros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16 mil funcionários em operação no país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burgerking.com.br/sobre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E VISÃO</a:t>
            </a:r>
            <a:endParaRPr lang="en-US" sz="1300" dirty="0"/>
          </a:p>
        </p:txBody>
      </p:sp>
      <p:pic>
        <p:nvPicPr>
          <p:cNvPr id="3" name="Image 0" descr="/tmp/slides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20040"/>
            <a:ext cx="1188720" cy="1307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</a:rPr>
              <a:t>MISSÃO
</a:t>
            </a:r>
            <a:endParaRPr lang="en-US" sz="1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"Ser a mais prazerosa experiência de alimentação."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35661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F2"/>
                </a:solidFill>
              </a:rPr>
              <a:t>VISÃO
</a:t>
            </a:r>
            <a:endParaRPr lang="en-US" sz="1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"Ser a marca de fast food preferida, mais rentável, com pessoas talentosas e forte presença nacional."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estruturada em quatro pilares: marca preferida do segmento, rentabilidade, talentos internos e presença nacional.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Produtos e Serviços</a:t>
            </a:r>
            <a:endParaRPr lang="en-US" sz="3200" dirty="0"/>
          </a:p>
        </p:txBody>
      </p:sp>
      <p:pic>
        <p:nvPicPr>
          <p:cNvPr id="4" name="Image 0" descr="/tmp/slides_assets/produ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56692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26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Whopper — carro-chefe do cardápio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7512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75120" y="20574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Preparo grelhado (diferencial histórico frente à fritura)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Whopper, opções plant-based e itens sazonais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67512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0" y="38862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Salão, delivery próprio e por apps parceiros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BK e programa de fidelidade Clube BK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promocionais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GARVIN, PRODUTO (1 DE 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Produto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31920" y="178308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Preparo grelhado (broiler) como diferencial de sabor frente a concorrentes que fritam os hambúrgueres.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94894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0" y="294894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de cardápio: linha Whopper, opções plant-based, combos e itens sazonais.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Confiabilidade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0" y="411480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Fragilizada — reembolsos (28,16%) e problemas no estabelecimento (20,43%) são motivos recorrentes de reclamação.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528066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Conformidade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0" y="528066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receita exigida entre mais de 850 lojas operadas via franquia.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GARVIN, PRODUTO (2 DE 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Produto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Durabilidade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31920" y="178308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em que o produto mantém suas características após a entrega, especialmente no delivery.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94894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Assistência Técnica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0" y="294894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SAC, App BK e atendimento em loja — tempo médio de resposta de 11 dias e 20 horas.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Estética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0" y="411480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produto e fidelidade em relação à imagem divulgada no cardápio.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5280660"/>
            <a:ext cx="31089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Percebida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0" y="5280660"/>
            <a:ext cx="75895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6,2/10 no Reclame Aqui; apenas 52,2% dos consumidores comprariam novamente.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SERVQUAL, SERVIÇO (1 DE 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Serviço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Tangibilidade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31920" y="178308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físico das lojas, uniformes e usabilidade dos canais digitais (App BK).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Confiabilidade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0" y="333756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mais crítico: apenas 58,2% das reclamações registradas são efetivamente resolvidas.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Responsividade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31920" y="48920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98,2% de taxa de resposta, mas tempo médio de quase 12 dias indica baixa agilidade prática.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SERVQUAL, SERVIÇO (2 DE 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Serviço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Garantia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931920" y="1783080"/>
            <a:ext cx="758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Relatos de atendimento desrespeitoso e recusa de estorno indicam falhas pontuais.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0" y="4114800"/>
            <a:ext cx="7589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esquecidos e priorização por canal (ex: iFood) sugerem pouca atenção individualizada.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de Reputação (Reclame Aqui)</a:t>
            </a:r>
            <a:endParaRPr lang="en-US" sz="3200" dirty="0"/>
          </a:p>
        </p:txBody>
      </p:sp>
      <p:pic>
        <p:nvPicPr>
          <p:cNvPr id="4" name="Image 0" descr="/tmp/slides_assets/graf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494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6,2/10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818120" y="2697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reputação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(classificação "Regular")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36576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11d 20h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818120" y="4526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resposta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reclamações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reclameaqui.com.br/empresa/burger-king/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Opinião do Grupo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3444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bem avaliado: sabor, experiência e o diferencial do preparo grelhado.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34440" y="2743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elevado em relação ao que é efetivamente entregue.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234440" y="37490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Hamburguerias artesanais, na mesma faixa de preço, entregam qualidade de produto superior.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02920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percepção de qualidade do BK é boa isoladamente, mas perde competitividade quando comparada a concorrentes diretos de preço equivalente.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Burger King oferece produtos e serviços de qualidade.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de proposta de produto (preparo grelhado, cardápio variado, presença nacional consolidada)</a:t>
            </a:r>
            <a:endParaRPr lang="en-US" sz="17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serviço aceitáveis, ainda que passíveis de melhoria em confiabilidade e tempo de resposta</a:t>
            </a:r>
            <a:endParaRPr lang="en-US" sz="17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Ressalva: a relação custo-benefício fica atrás de concorrentes artesanais no mesmo patamar de preço</a:t>
            </a:r>
            <a:endParaRPr lang="en-US" sz="17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7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Avaliando os critérios de qualidade em si — e não isoladamente o preço — o BK atende aos parâmetros dos modelos teóricos utilizados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GARVIN, D. A. What Does Product Quality Really Mean? Sloan Management Review, 1984.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GARVIN, D. A. Managing Quality: The Strategic and Competitive Edge. Free Press, 1988.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PARASURAMAN, A.; ZEITHAML, V. A.; BERRY, L. L. SERVQUAL. Journal of Retailing, 1988.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King Brasil — burgerking.com.br/sobre</a:t>
            </a:r>
            <a:endParaRPr lang="en-US" sz="165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Reclame Aqui — reclameaqui.com.br/empresa/burger-king/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2026-08-24T23:04:27Z</dcterms:created>
  <dcterms:modified xsi:type="dcterms:W3CDTF">2026-08-24T23:04:27Z</dcterms:modified>
</cp:coreProperties>
</file>